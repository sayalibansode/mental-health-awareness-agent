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81" r:id="rId7"/>
    <p:sldId id="279" r:id="rId8"/>
    <p:sldId id="290" r:id="rId9"/>
    <p:sldId id="291" r:id="rId10"/>
    <p:sldId id="292" r:id="rId11"/>
    <p:sldId id="262" r:id="rId12"/>
    <p:sldId id="264"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kamble" userId="c58387a7004a3c85" providerId="LiveId" clId="{E022F5CD-8F83-4714-9FAE-8BF2DFE8B6CD}"/>
    <pc:docChg chg="undo custSel addSld delSld modSld">
      <pc:chgData name="suraj kamble" userId="c58387a7004a3c85" providerId="LiveId" clId="{E022F5CD-8F83-4714-9FAE-8BF2DFE8B6CD}" dt="2026-07-18T10:17:19.761" v="352" actId="1076"/>
      <pc:docMkLst>
        <pc:docMk/>
      </pc:docMkLst>
      <pc:sldChg chg="addSp delSp modSp mod">
        <pc:chgData name="suraj kamble" userId="c58387a7004a3c85" providerId="LiveId" clId="{E022F5CD-8F83-4714-9FAE-8BF2DFE8B6CD}" dt="2026-07-18T09:15:46.308" v="237"/>
        <pc:sldMkLst>
          <pc:docMk/>
          <pc:sldMk cId="0" sldId="257"/>
        </pc:sldMkLst>
        <pc:spChg chg="del mod">
          <ac:chgData name="suraj kamble" userId="c58387a7004a3c85" providerId="LiveId" clId="{E022F5CD-8F83-4714-9FAE-8BF2DFE8B6CD}" dt="2026-07-18T09:15:46.308" v="237"/>
          <ac:spMkLst>
            <pc:docMk/>
            <pc:sldMk cId="0" sldId="257"/>
            <ac:spMk id="3" creationId="{B0B023FA-CFEB-ACE9-8425-7E72E307CDC5}"/>
          </ac:spMkLst>
        </pc:spChg>
        <pc:spChg chg="mod">
          <ac:chgData name="suraj kamble" userId="c58387a7004a3c85" providerId="LiveId" clId="{E022F5CD-8F83-4714-9FAE-8BF2DFE8B6CD}" dt="2026-07-18T08:57:06.449" v="156" actId="20577"/>
          <ac:spMkLst>
            <pc:docMk/>
            <pc:sldMk cId="0" sldId="257"/>
            <ac:spMk id="4" creationId="{A828B9EF-C084-F5D4-CA27-75AF7D995640}"/>
          </ac:spMkLst>
        </pc:spChg>
        <pc:spChg chg="mod">
          <ac:chgData name="suraj kamble" userId="c58387a7004a3c85" providerId="LiveId" clId="{E022F5CD-8F83-4714-9FAE-8BF2DFE8B6CD}" dt="2026-07-18T08:58:10.591" v="157" actId="255"/>
          <ac:spMkLst>
            <pc:docMk/>
            <pc:sldMk cId="0" sldId="257"/>
            <ac:spMk id="7" creationId="{3D723CA3-EC2D-165A-F109-3759C4E9C8A4}"/>
          </ac:spMkLst>
        </pc:spChg>
        <pc:graphicFrameChg chg="modGraphic">
          <ac:chgData name="suraj kamble" userId="c58387a7004a3c85" providerId="LiveId" clId="{E022F5CD-8F83-4714-9FAE-8BF2DFE8B6CD}" dt="2026-07-18T09:07:33.108" v="234" actId="122"/>
          <ac:graphicFrameMkLst>
            <pc:docMk/>
            <pc:sldMk cId="0" sldId="257"/>
            <ac:graphicFrameMk id="96" creationId="{00000000-0000-0000-0000-000000000000}"/>
          </ac:graphicFrameMkLst>
        </pc:graphicFrameChg>
        <pc:picChg chg="add mod modCrop">
          <ac:chgData name="suraj kamble" userId="c58387a7004a3c85" providerId="LiveId" clId="{E022F5CD-8F83-4714-9FAE-8BF2DFE8B6CD}" dt="2026-07-18T09:06:10.671" v="175" actId="1076"/>
          <ac:picMkLst>
            <pc:docMk/>
            <pc:sldMk cId="0" sldId="257"/>
            <ac:picMk id="5" creationId="{6A774C08-E36A-3226-8E0C-0E45E46BF945}"/>
          </ac:picMkLst>
        </pc:picChg>
        <pc:picChg chg="del">
          <ac:chgData name="suraj kamble" userId="c58387a7004a3c85" providerId="LiveId" clId="{E022F5CD-8F83-4714-9FAE-8BF2DFE8B6CD}" dt="2026-07-18T09:03:51.053" v="158" actId="478"/>
          <ac:picMkLst>
            <pc:docMk/>
            <pc:sldMk cId="0" sldId="257"/>
            <ac:picMk id="98" creationId="{00000000-0000-0000-0000-000000000000}"/>
          </ac:picMkLst>
        </pc:picChg>
      </pc:sldChg>
      <pc:sldChg chg="addSp delSp modSp mod">
        <pc:chgData name="suraj kamble" userId="c58387a7004a3c85" providerId="LiveId" clId="{E022F5CD-8F83-4714-9FAE-8BF2DFE8B6CD}" dt="2026-07-18T10:17:19.761" v="352" actId="1076"/>
        <pc:sldMkLst>
          <pc:docMk/>
          <pc:sldMk cId="0" sldId="262"/>
        </pc:sldMkLst>
        <pc:picChg chg="del">
          <ac:chgData name="suraj kamble" userId="c58387a7004a3c85" providerId="LiveId" clId="{E022F5CD-8F83-4714-9FAE-8BF2DFE8B6CD}" dt="2026-07-18T10:17:11.147" v="348" actId="478"/>
          <ac:picMkLst>
            <pc:docMk/>
            <pc:sldMk cId="0" sldId="262"/>
            <ac:picMk id="3" creationId="{81932CE2-F219-0CA8-0102-55B8C682B8A2}"/>
          </ac:picMkLst>
        </pc:picChg>
        <pc:picChg chg="add mod">
          <ac:chgData name="suraj kamble" userId="c58387a7004a3c85" providerId="LiveId" clId="{E022F5CD-8F83-4714-9FAE-8BF2DFE8B6CD}" dt="2026-07-18T10:17:19.761" v="352" actId="1076"/>
          <ac:picMkLst>
            <pc:docMk/>
            <pc:sldMk cId="0" sldId="262"/>
            <ac:picMk id="5" creationId="{96EF906A-98AD-6EBC-463C-FDD50DD6E8B9}"/>
          </ac:picMkLst>
        </pc:picChg>
      </pc:sldChg>
      <pc:sldChg chg="modSp mod">
        <pc:chgData name="suraj kamble" userId="c58387a7004a3c85" providerId="LiveId" clId="{E022F5CD-8F83-4714-9FAE-8BF2DFE8B6CD}" dt="2026-07-18T09:25:59.960" v="317" actId="20577"/>
        <pc:sldMkLst>
          <pc:docMk/>
          <pc:sldMk cId="0" sldId="264"/>
        </pc:sldMkLst>
        <pc:spChg chg="mod">
          <ac:chgData name="suraj kamble" userId="c58387a7004a3c85" providerId="LiveId" clId="{E022F5CD-8F83-4714-9FAE-8BF2DFE8B6CD}" dt="2026-07-18T09:24:04.981" v="305" actId="1076"/>
          <ac:spMkLst>
            <pc:docMk/>
            <pc:sldMk cId="0" sldId="264"/>
            <ac:spMk id="2" creationId="{B84A7B44-8B20-5A39-ED43-DA98D0FC7976}"/>
          </ac:spMkLst>
        </pc:spChg>
        <pc:spChg chg="mod">
          <ac:chgData name="suraj kamble" userId="c58387a7004a3c85" providerId="LiveId" clId="{E022F5CD-8F83-4714-9FAE-8BF2DFE8B6CD}" dt="2026-07-18T09:25:59.960" v="317" actId="20577"/>
          <ac:spMkLst>
            <pc:docMk/>
            <pc:sldMk cId="0" sldId="264"/>
            <ac:spMk id="3" creationId="{322462E8-EB3A-DA7D-44CB-4E757803A755}"/>
          </ac:spMkLst>
        </pc:spChg>
      </pc:sldChg>
      <pc:sldChg chg="addSp delSp modSp add del mod">
        <pc:chgData name="suraj kamble" userId="c58387a7004a3c85" providerId="LiveId" clId="{E022F5CD-8F83-4714-9FAE-8BF2DFE8B6CD}" dt="2026-07-18T08:51:32.492" v="74" actId="1076"/>
        <pc:sldMkLst>
          <pc:docMk/>
          <pc:sldMk cId="2772501912" sldId="279"/>
        </pc:sldMkLst>
        <pc:picChg chg="add mod">
          <ac:chgData name="suraj kamble" userId="c58387a7004a3c85" providerId="LiveId" clId="{E022F5CD-8F83-4714-9FAE-8BF2DFE8B6CD}" dt="2026-07-18T08:51:32.492" v="74" actId="1076"/>
          <ac:picMkLst>
            <pc:docMk/>
            <pc:sldMk cId="2772501912" sldId="279"/>
            <ac:picMk id="4" creationId="{C9E1C546-BB1D-D89E-A1CF-5D8EFA3C5E04}"/>
          </ac:picMkLst>
        </pc:picChg>
        <pc:picChg chg="del">
          <ac:chgData name="suraj kamble" userId="c58387a7004a3c85" providerId="LiveId" clId="{E022F5CD-8F83-4714-9FAE-8BF2DFE8B6CD}" dt="2026-07-18T08:51:14.327" v="70" actId="478"/>
          <ac:picMkLst>
            <pc:docMk/>
            <pc:sldMk cId="2772501912" sldId="279"/>
            <ac:picMk id="6" creationId="{4C7FC88A-B369-455A-F57A-122CC34E5233}"/>
          </ac:picMkLst>
        </pc:picChg>
      </pc:sldChg>
      <pc:sldChg chg="modSp mod">
        <pc:chgData name="suraj kamble" userId="c58387a7004a3c85" providerId="LiveId" clId="{E022F5CD-8F83-4714-9FAE-8BF2DFE8B6CD}" dt="2026-07-18T09:27:26.753" v="324" actId="20577"/>
        <pc:sldMkLst>
          <pc:docMk/>
          <pc:sldMk cId="2136706720" sldId="280"/>
        </pc:sldMkLst>
        <pc:spChg chg="mod">
          <ac:chgData name="suraj kamble" userId="c58387a7004a3c85" providerId="LiveId" clId="{E022F5CD-8F83-4714-9FAE-8BF2DFE8B6CD}" dt="2026-07-18T09:27:26.753" v="324" actId="20577"/>
          <ac:spMkLst>
            <pc:docMk/>
            <pc:sldMk cId="2136706720" sldId="280"/>
            <ac:spMk id="279" creationId="{EAFA16CB-0A72-5AC5-69A0-ABF4A752B43F}"/>
          </ac:spMkLst>
        </pc:spChg>
      </pc:sldChg>
      <pc:sldChg chg="modSp mod">
        <pc:chgData name="suraj kamble" userId="c58387a7004a3c85" providerId="LiveId" clId="{E022F5CD-8F83-4714-9FAE-8BF2DFE8B6CD}" dt="2026-07-18T08:33:22.389" v="41" actId="20577"/>
        <pc:sldMkLst>
          <pc:docMk/>
          <pc:sldMk cId="2952584201" sldId="282"/>
        </pc:sldMkLst>
        <pc:spChg chg="mod">
          <ac:chgData name="suraj kamble" userId="c58387a7004a3c85" providerId="LiveId" clId="{E022F5CD-8F83-4714-9FAE-8BF2DFE8B6CD}" dt="2026-07-18T08:33:22.389" v="41" actId="20577"/>
          <ac:spMkLst>
            <pc:docMk/>
            <pc:sldMk cId="2952584201" sldId="282"/>
            <ac:spMk id="2" creationId="{C6F6745E-14BA-0766-CE1E-32E29663832D}"/>
          </ac:spMkLst>
        </pc:spChg>
      </pc:sldChg>
      <pc:sldChg chg="addSp delSp modSp mod">
        <pc:chgData name="suraj kamble" userId="c58387a7004a3c85" providerId="LiveId" clId="{E022F5CD-8F83-4714-9FAE-8BF2DFE8B6CD}" dt="2026-07-18T08:36:43.447" v="67" actId="14100"/>
        <pc:sldMkLst>
          <pc:docMk/>
          <pc:sldMk cId="2290294991" sldId="285"/>
        </pc:sldMkLst>
        <pc:spChg chg="mod">
          <ac:chgData name="suraj kamble" userId="c58387a7004a3c85" providerId="LiveId" clId="{E022F5CD-8F83-4714-9FAE-8BF2DFE8B6CD}" dt="2026-07-18T08:36:43.447" v="67" actId="14100"/>
          <ac:spMkLst>
            <pc:docMk/>
            <pc:sldMk cId="2290294991" sldId="285"/>
            <ac:spMk id="2" creationId="{4A1BF701-ABCA-4DF0-8330-B6AF71EF8E39}"/>
          </ac:spMkLst>
        </pc:spChg>
        <pc:spChg chg="add del">
          <ac:chgData name="suraj kamble" userId="c58387a7004a3c85" providerId="LiveId" clId="{E022F5CD-8F83-4714-9FAE-8BF2DFE8B6CD}" dt="2026-07-18T08:36:05.506" v="44" actId="22"/>
          <ac:spMkLst>
            <pc:docMk/>
            <pc:sldMk cId="2290294991" sldId="285"/>
            <ac:spMk id="5" creationId="{64A056EF-11BB-35AF-5ED9-5CDF493151D1}"/>
          </ac:spMkLst>
        </pc:spChg>
      </pc:sldChg>
      <pc:sldChg chg="modSp mod">
        <pc:chgData name="suraj kamble" userId="c58387a7004a3c85" providerId="LiveId" clId="{E022F5CD-8F83-4714-9FAE-8BF2DFE8B6CD}" dt="2026-07-18T09:23:49.706" v="304" actId="20577"/>
        <pc:sldMkLst>
          <pc:docMk/>
          <pc:sldMk cId="917964102" sldId="286"/>
        </pc:sldMkLst>
        <pc:spChg chg="mod">
          <ac:chgData name="suraj kamble" userId="c58387a7004a3c85" providerId="LiveId" clId="{E022F5CD-8F83-4714-9FAE-8BF2DFE8B6CD}" dt="2026-07-18T09:23:49.706" v="304" actId="20577"/>
          <ac:spMkLst>
            <pc:docMk/>
            <pc:sldMk cId="917964102" sldId="286"/>
            <ac:spMk id="3" creationId="{ED65F54F-855A-0DB6-09A6-3212C5F7405B}"/>
          </ac:spMkLst>
        </pc:spChg>
      </pc:sldChg>
      <pc:sldChg chg="modSp mod">
        <pc:chgData name="suraj kamble" userId="c58387a7004a3c85" providerId="LiveId" clId="{E022F5CD-8F83-4714-9FAE-8BF2DFE8B6CD}" dt="2026-07-18T10:05:42.667" v="329" actId="20577"/>
        <pc:sldMkLst>
          <pc:docMk/>
          <pc:sldMk cId="2605851928" sldId="287"/>
        </pc:sldMkLst>
        <pc:spChg chg="mod">
          <ac:chgData name="suraj kamble" userId="c58387a7004a3c85" providerId="LiveId" clId="{E022F5CD-8F83-4714-9FAE-8BF2DFE8B6CD}" dt="2026-07-18T10:05:42.667" v="329" actId="20577"/>
          <ac:spMkLst>
            <pc:docMk/>
            <pc:sldMk cId="2605851928" sldId="287"/>
            <ac:spMk id="279" creationId="{3711AF54-94A6-B837-31EF-9A8C4ECB9AF6}"/>
          </ac:spMkLst>
        </pc:spChg>
      </pc:sldChg>
      <pc:sldChg chg="addSp delSp modSp mod">
        <pc:chgData name="suraj kamble" userId="c58387a7004a3c85" providerId="LiveId" clId="{E022F5CD-8F83-4714-9FAE-8BF2DFE8B6CD}" dt="2026-07-18T10:13:35.612" v="338" actId="1076"/>
        <pc:sldMkLst>
          <pc:docMk/>
          <pc:sldMk cId="1229047658" sldId="288"/>
        </pc:sldMkLst>
        <pc:spChg chg="del mod">
          <ac:chgData name="suraj kamble" userId="c58387a7004a3c85" providerId="LiveId" clId="{E022F5CD-8F83-4714-9FAE-8BF2DFE8B6CD}" dt="2026-07-18T10:13:26.620" v="336"/>
          <ac:spMkLst>
            <pc:docMk/>
            <pc:sldMk cId="1229047658" sldId="288"/>
            <ac:spMk id="3" creationId="{4837D5EE-379B-FDC5-0854-8AC81D31FADF}"/>
          </ac:spMkLst>
        </pc:spChg>
        <pc:picChg chg="del">
          <ac:chgData name="suraj kamble" userId="c58387a7004a3c85" providerId="LiveId" clId="{E022F5CD-8F83-4714-9FAE-8BF2DFE8B6CD}" dt="2026-07-18T10:13:17.334" v="330" actId="478"/>
          <ac:picMkLst>
            <pc:docMk/>
            <pc:sldMk cId="1229047658" sldId="288"/>
            <ac:picMk id="4" creationId="{A037CFD0-B7FF-D9BE-3433-88E5844EF332}"/>
          </ac:picMkLst>
        </pc:picChg>
        <pc:picChg chg="add mod">
          <ac:chgData name="suraj kamble" userId="c58387a7004a3c85" providerId="LiveId" clId="{E022F5CD-8F83-4714-9FAE-8BF2DFE8B6CD}" dt="2026-07-18T10:13:35.612" v="338" actId="1076"/>
          <ac:picMkLst>
            <pc:docMk/>
            <pc:sldMk cId="1229047658" sldId="288"/>
            <ac:picMk id="5" creationId="{4209B23D-007B-36CB-75AC-A6DBC352B206}"/>
          </ac:picMkLst>
        </pc:picChg>
      </pc:sldChg>
      <pc:sldChg chg="addSp delSp modSp mod">
        <pc:chgData name="suraj kamble" userId="c58387a7004a3c85" providerId="LiveId" clId="{E022F5CD-8F83-4714-9FAE-8BF2DFE8B6CD}" dt="2026-07-18T10:16:43.918" v="347" actId="1076"/>
        <pc:sldMkLst>
          <pc:docMk/>
          <pc:sldMk cId="2506610743" sldId="289"/>
        </pc:sldMkLst>
        <pc:spChg chg="del">
          <ac:chgData name="suraj kamble" userId="c58387a7004a3c85" providerId="LiveId" clId="{E022F5CD-8F83-4714-9FAE-8BF2DFE8B6CD}" dt="2026-07-18T10:16:36.969" v="344" actId="478"/>
          <ac:spMkLst>
            <pc:docMk/>
            <pc:sldMk cId="2506610743" sldId="289"/>
            <ac:spMk id="6" creationId="{C0D36B1A-26C2-CD55-1032-4CB5E4EDF305}"/>
          </ac:spMkLst>
        </pc:spChg>
        <pc:picChg chg="add mod">
          <ac:chgData name="suraj kamble" userId="c58387a7004a3c85" providerId="LiveId" clId="{E022F5CD-8F83-4714-9FAE-8BF2DFE8B6CD}" dt="2026-07-18T10:16:43.918" v="347" actId="1076"/>
          <ac:picMkLst>
            <pc:docMk/>
            <pc:sldMk cId="2506610743" sldId="289"/>
            <ac:picMk id="3" creationId="{11E56B42-E13B-62F7-6E30-2B2AD5783E8C}"/>
          </ac:picMkLst>
        </pc:picChg>
        <pc:picChg chg="del">
          <ac:chgData name="suraj kamble" userId="c58387a7004a3c85" providerId="LiveId" clId="{E022F5CD-8F83-4714-9FAE-8BF2DFE8B6CD}" dt="2026-07-18T10:16:27.792" v="339" actId="478"/>
          <ac:picMkLst>
            <pc:docMk/>
            <pc:sldMk cId="2506610743" sldId="289"/>
            <ac:picMk id="4" creationId="{099C3698-991D-7A38-C456-893C84C23FC9}"/>
          </ac:picMkLst>
        </pc:picChg>
      </pc:sldChg>
      <pc:sldChg chg="addSp delSp modSp mod">
        <pc:chgData name="suraj kamble" userId="c58387a7004a3c85" providerId="LiveId" clId="{E022F5CD-8F83-4714-9FAE-8BF2DFE8B6CD}" dt="2026-07-18T08:52:46.599" v="79" actId="1076"/>
        <pc:sldMkLst>
          <pc:docMk/>
          <pc:sldMk cId="3146073034" sldId="291"/>
        </pc:sldMkLst>
        <pc:picChg chg="del">
          <ac:chgData name="suraj kamble" userId="c58387a7004a3c85" providerId="LiveId" clId="{E022F5CD-8F83-4714-9FAE-8BF2DFE8B6CD}" dt="2026-07-18T08:52:34.054" v="75" actId="478"/>
          <ac:picMkLst>
            <pc:docMk/>
            <pc:sldMk cId="3146073034" sldId="291"/>
            <ac:picMk id="5" creationId="{6EA8F3D0-52BA-100E-3FD8-228494F48350}"/>
          </ac:picMkLst>
        </pc:picChg>
        <pc:picChg chg="add mod">
          <ac:chgData name="suraj kamble" userId="c58387a7004a3c85" providerId="LiveId" clId="{E022F5CD-8F83-4714-9FAE-8BF2DFE8B6CD}" dt="2026-07-18T08:52:46.599" v="79" actId="1076"/>
          <ac:picMkLst>
            <pc:docMk/>
            <pc:sldMk cId="3146073034" sldId="291"/>
            <ac:picMk id="6" creationId="{5048E06E-6B65-BE38-807D-A434F9CE6978}"/>
          </ac:picMkLst>
        </pc:picChg>
      </pc:sldChg>
      <pc:sldChg chg="addSp modSp mod">
        <pc:chgData name="suraj kamble" userId="c58387a7004a3c85" providerId="LiveId" clId="{E022F5CD-8F83-4714-9FAE-8BF2DFE8B6CD}" dt="2026-07-18T08:54:46.226" v="83" actId="1076"/>
        <pc:sldMkLst>
          <pc:docMk/>
          <pc:sldMk cId="3342156518" sldId="292"/>
        </pc:sldMkLst>
        <pc:picChg chg="add mod">
          <ac:chgData name="suraj kamble" userId="c58387a7004a3c85" providerId="LiveId" clId="{E022F5CD-8F83-4714-9FAE-8BF2DFE8B6CD}" dt="2026-07-18T08:54:46.226" v="83" actId="1076"/>
          <ac:picMkLst>
            <pc:docMk/>
            <pc:sldMk cId="3342156518" sldId="292"/>
            <ac:picMk id="5" creationId="{19AA8F7E-F1FF-6699-85B4-065C5E9AFA8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6899900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sz="1400" dirty="0"/>
                        <a:t>Sayali Bansode</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sayalibansode012@gmail.com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7028862343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395167" y="551965"/>
            <a:ext cx="9392172" cy="1077218"/>
          </a:xfrm>
          <a:prstGeom prst="rect">
            <a:avLst/>
          </a:prstGeom>
          <a:noFill/>
        </p:spPr>
        <p:txBody>
          <a:bodyPr wrap="square" rtlCol="0">
            <a:spAutoFit/>
          </a:bodyPr>
          <a:lstStyle/>
          <a:p>
            <a:r>
              <a:rPr lang="en-US" sz="2400" b="1" dirty="0"/>
              <a:t>Project Tile –</a:t>
            </a:r>
            <a:r>
              <a:rPr lang="en-IN" sz="1800" b="1" dirty="0"/>
              <a:t>Agentic AI for Mental Health Awareness &amp; Suicide Prevention</a:t>
            </a:r>
            <a:endParaRPr lang="en-IN" sz="1800" dirty="0"/>
          </a:p>
          <a:p>
            <a:endParaRPr lang="en-IN" sz="4000" b="1" dirty="0">
              <a:highlight>
                <a:srgbClr val="FFFF00"/>
              </a:highlight>
            </a:endParaRPr>
          </a:p>
        </p:txBody>
      </p:sp>
      <p:pic>
        <p:nvPicPr>
          <p:cNvPr id="5" name="Picture 4">
            <a:extLst>
              <a:ext uri="{FF2B5EF4-FFF2-40B4-BE49-F238E27FC236}">
                <a16:creationId xmlns:a16="http://schemas.microsoft.com/office/drawing/2014/main" id="{6A774C08-E36A-3226-8E0C-0E45E46BF945}"/>
              </a:ext>
            </a:extLst>
          </p:cNvPr>
          <p:cNvPicPr>
            <a:picLocks noChangeAspect="1"/>
          </p:cNvPicPr>
          <p:nvPr/>
        </p:nvPicPr>
        <p:blipFill>
          <a:blip r:embed="rId3"/>
          <a:srcRect l="27646" t="10486" r="28368" b="47728"/>
          <a:stretch>
            <a:fillRect/>
          </a:stretch>
        </p:blipFill>
        <p:spPr>
          <a:xfrm>
            <a:off x="4081807" y="3617869"/>
            <a:ext cx="867265" cy="10793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IN" b="1" dirty="0"/>
              <a:t>Problem Statement No.2: Agentic AI for Mental Health Awareness &amp; Suicide Prevention</a:t>
            </a:r>
            <a:endParaRPr lang="en-IN" dirty="0"/>
          </a:p>
          <a:p>
            <a:r>
              <a:rPr lang="en-IN" b="1" dirty="0"/>
              <a:t>The Challenge</a:t>
            </a:r>
          </a:p>
          <a:p>
            <a:endParaRPr lang="en-IN" dirty="0"/>
          </a:p>
          <a:p>
            <a:r>
              <a:rPr lang="en-IN"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p>
          <a:p>
            <a:endParaRPr lang="en-IN" b="1" dirty="0"/>
          </a:p>
          <a:p>
            <a:r>
              <a:rPr lang="en-IN" b="1" dirty="0"/>
              <a:t>The Objective</a:t>
            </a:r>
            <a:endParaRPr lang="en-IN" dirty="0"/>
          </a:p>
          <a:p>
            <a:r>
              <a:rPr lang="en-IN" dirty="0"/>
              <a:t>Build an Agentic AI-powered Mental Health Awareness &amp; Suicide Prevention Agent that is empathetic, proactive, and safe. The solution should:</a:t>
            </a:r>
          </a:p>
          <a:p>
            <a:pPr lvl="0"/>
            <a:endParaRPr lang="en-IN" b="1" dirty="0"/>
          </a:p>
          <a:p>
            <a:pPr lvl="0"/>
            <a:r>
              <a:rPr lang="en-IN" b="1" dirty="0"/>
              <a:t>Promote Awareness &amp; Education </a:t>
            </a:r>
            <a:r>
              <a:rPr lang="en-IN" dirty="0"/>
              <a:t>– Share accessible resources on mindfulness, coping strategies, and self-care.</a:t>
            </a:r>
          </a:p>
          <a:p>
            <a:pPr lvl="0"/>
            <a:r>
              <a:rPr lang="en-IN" b="1" dirty="0"/>
              <a:t>Enable Early Detection (RAG) </a:t>
            </a:r>
            <a:r>
              <a:rPr lang="en-IN" dirty="0"/>
              <a:t>– Use Retrieval-Augmented Generation to identify distress signals in conversations, journaling inputs, or safe online data.</a:t>
            </a:r>
          </a:p>
          <a:p>
            <a:pPr lvl="0"/>
            <a:endParaRPr lang="en-IN" dirty="0"/>
          </a:p>
          <a:p>
            <a:pPr lvl="0"/>
            <a:r>
              <a:rPr lang="en-IN" b="1" dirty="0"/>
              <a:t>Provide Empathetic Support – </a:t>
            </a:r>
            <a:r>
              <a:rPr lang="en-IN" dirty="0"/>
              <a:t>Build a conversational agent that listens actively and responds with empathy (with clear disclaimers: not a substitute for professional medical advice).</a:t>
            </a:r>
          </a:p>
          <a:p>
            <a:pPr lvl="0"/>
            <a:r>
              <a:rPr lang="en-IN" b="1" dirty="0"/>
              <a:t>Predict &amp; Prevent Risks – </a:t>
            </a:r>
            <a:r>
              <a:rPr lang="en-IN" dirty="0"/>
              <a:t>Forecast stress peaks, suggest preventive strategies, and issue alerts when high-risk signals are detected (with consent).</a:t>
            </a:r>
          </a:p>
          <a:p>
            <a:pPr lvl="0"/>
            <a:r>
              <a:rPr lang="en-IN" b="1" dirty="0"/>
              <a:t>Connect to Human Support – </a:t>
            </a:r>
            <a:r>
              <a:rPr lang="en-IN" dirty="0"/>
              <a:t>Link users to helplines, </a:t>
            </a:r>
            <a:r>
              <a:rPr lang="en-IN" dirty="0" err="1"/>
              <a:t>counselors</a:t>
            </a:r>
            <a:r>
              <a:rPr lang="en-IN" dirty="0"/>
              <a:t>, or community support for timely intervention.</a:t>
            </a:r>
          </a:p>
          <a:p>
            <a:r>
              <a:rPr lang="en-IN" b="1" dirty="0"/>
              <a:t>Tech Stack (Mandatory)</a:t>
            </a:r>
            <a:endParaRPr lang="en-IN" dirty="0"/>
          </a:p>
          <a:p>
            <a:r>
              <a:rPr lang="en-IN" dirty="0"/>
              <a:t>IBM </a:t>
            </a:r>
            <a:r>
              <a:rPr lang="en-IN" dirty="0" err="1"/>
              <a:t>Langflow</a:t>
            </a:r>
            <a:r>
              <a:rPr lang="en-IN" dirty="0"/>
              <a:t> / IBM Orchestrate + IBM Models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1339408" cy="5478423"/>
          </a:xfrm>
          <a:prstGeom prst="rect">
            <a:avLst/>
          </a:prstGeom>
          <a:noFill/>
        </p:spPr>
        <p:txBody>
          <a:bodyPr wrap="square" rtlCol="0">
            <a:spAutoFit/>
          </a:bodyPr>
          <a:lstStyle/>
          <a:p>
            <a:r>
              <a:rPr lang="en-IN" b="1" dirty="0"/>
              <a:t>Agentic AI for Mental Health Awareness &amp; Suicide Prevention</a:t>
            </a:r>
          </a:p>
          <a:p>
            <a:r>
              <a:rPr lang="en-IN" dirty="0"/>
              <a:t>The proposed solution is a </a:t>
            </a:r>
            <a:r>
              <a:rPr lang="en-IN" b="1" dirty="0"/>
              <a:t>multi-agent AI-powered Mental Health Assistant</a:t>
            </a:r>
            <a:r>
              <a:rPr lang="en-IN" dirty="0"/>
              <a:t> built using </a:t>
            </a:r>
            <a:r>
              <a:rPr lang="en-IN" b="1" dirty="0" err="1"/>
              <a:t>LangFlow</a:t>
            </a:r>
            <a:r>
              <a:rPr lang="en-IN" b="1" dirty="0"/>
              <a:t>, IBM watsonx.ai, and Granite Models</a:t>
            </a:r>
            <a:r>
              <a:rPr lang="en-IN" dirty="0"/>
              <a:t> to provide personalized, empathetic, and real-time mental health support. The system addresses challenges in </a:t>
            </a:r>
            <a:r>
              <a:rPr lang="en-IN" b="1" dirty="0"/>
              <a:t>early mental health awareness, emotional well-being, suicide risk identification, and timely intervention</a:t>
            </a:r>
            <a:r>
              <a:rPr lang="en-IN" dirty="0"/>
              <a:t> through an intelligent, modular agentic architecture.</a:t>
            </a:r>
          </a:p>
          <a:p>
            <a:r>
              <a:rPr lang="en-IN" dirty="0"/>
              <a:t>At its core, the solution uses a </a:t>
            </a:r>
            <a:r>
              <a:rPr lang="en-IN" b="1" dirty="0"/>
              <a:t>Retrieval-Augmented Generation (RAG)</a:t>
            </a:r>
            <a:r>
              <a:rPr lang="en-IN" dirty="0"/>
              <a:t> pipeline to retrieve evidence-based mental health information from trusted sources such as the </a:t>
            </a:r>
            <a:r>
              <a:rPr lang="en-IN" b="1" dirty="0"/>
              <a:t>World Health Organization (WHO)</a:t>
            </a:r>
            <a:r>
              <a:rPr lang="en-IN" dirty="0"/>
              <a:t>, </a:t>
            </a:r>
            <a:r>
              <a:rPr lang="en-IN" b="1" dirty="0"/>
              <a:t>National Institute of Mental Health (NIMH)</a:t>
            </a:r>
            <a:r>
              <a:rPr lang="en-IN" dirty="0"/>
              <a:t>, and other verified mental health guidelines. This knowledge is embedded and stored in a vector database, enabling the system to provide accurate, context-aware responses, coping strategies, and educational content using </a:t>
            </a:r>
            <a:r>
              <a:rPr lang="en-IN" b="1" dirty="0"/>
              <a:t>Granite models</a:t>
            </a:r>
            <a:r>
              <a:rPr lang="en-IN" dirty="0"/>
              <a:t>.</a:t>
            </a:r>
          </a:p>
          <a:p>
            <a:r>
              <a:rPr lang="en-IN" dirty="0"/>
              <a:t>The system consists of four key agents:</a:t>
            </a:r>
          </a:p>
          <a:p>
            <a:r>
              <a:rPr lang="en-IN" b="1" dirty="0"/>
              <a:t>Mental Health Knowledge Agent</a:t>
            </a:r>
            <a:r>
              <a:rPr lang="en-IN" dirty="0"/>
              <a:t> retrieves and summarizes reliable mental health information, including symptoms, coping techniques, stress management strategies, and wellness resources using the RAG pipeline. </a:t>
            </a:r>
          </a:p>
          <a:p>
            <a:r>
              <a:rPr lang="en-IN" b="1" dirty="0"/>
              <a:t>Emotional Support Agent</a:t>
            </a:r>
            <a:r>
              <a:rPr lang="en-IN" dirty="0"/>
              <a:t> engages users in empathetic conversations, understands emotional context, and provides personalized self-care recommendations, mindfulness exercises, and wellness activities based on user inputs such as mood, stress levels, lifestyle, and personal concerns. </a:t>
            </a:r>
          </a:p>
          <a:p>
            <a:r>
              <a:rPr lang="en-IN" b="1" dirty="0"/>
              <a:t>Risk Assessment &amp; Crisis Intervention Agent</a:t>
            </a:r>
            <a:r>
              <a:rPr lang="en-IN" dirty="0"/>
              <a:t> continuously </a:t>
            </a:r>
            <a:r>
              <a:rPr lang="en-IN" dirty="0" err="1"/>
              <a:t>analyzes</a:t>
            </a:r>
            <a:r>
              <a:rPr lang="en-IN" dirty="0"/>
              <a:t> user conversations for indicators of emotional distress, depression, anxiety, or suicidal ideation using AI-powered sentiment and intent analysis. When high-risk situations are detected, it encourages users to seek immediate professional support and provides access to appropriate crisis resources and emergency contacts. </a:t>
            </a:r>
          </a:p>
          <a:p>
            <a:r>
              <a:rPr lang="en-IN" b="1" dirty="0"/>
              <a:t>Mood Tracking &amp; Progress Agent</a:t>
            </a:r>
            <a:r>
              <a:rPr lang="en-IN" dirty="0"/>
              <a:t> enables users to log their daily emotions through text, voice, or journal entries, </a:t>
            </a:r>
            <a:r>
              <a:rPr lang="en-IN" dirty="0" err="1"/>
              <a:t>analyzes</a:t>
            </a:r>
            <a:r>
              <a:rPr lang="en-IN" dirty="0"/>
              <a:t> emotional trends over time, provides personalized feedback, and tracks progress toward improved mental well-being. </a:t>
            </a:r>
          </a:p>
          <a:p>
            <a:r>
              <a:rPr lang="en-IN" dirty="0"/>
              <a:t>The solution includes a </a:t>
            </a:r>
            <a:r>
              <a:rPr lang="en-IN" b="1" dirty="0"/>
              <a:t>user-friendly dashboard</a:t>
            </a:r>
            <a:r>
              <a:rPr lang="en-IN" dirty="0"/>
              <a:t> (built with </a:t>
            </a:r>
            <a:r>
              <a:rPr lang="en-IN" b="1" dirty="0" err="1"/>
              <a:t>Streamlit</a:t>
            </a:r>
            <a:r>
              <a:rPr lang="en-IN" dirty="0"/>
              <a:t> or </a:t>
            </a:r>
            <a:r>
              <a:rPr lang="en-IN" b="1" dirty="0"/>
              <a:t>React</a:t>
            </a:r>
            <a:r>
              <a:rPr lang="en-IN" dirty="0"/>
              <a:t>) that visualizes mood trends, emotional well-being scores, stress patterns, daily wellness activities, and progress over time while offering personalized recommendations to improve mental health.</a:t>
            </a:r>
          </a:p>
          <a:p>
            <a:r>
              <a:rPr lang="en-IN" b="1" dirty="0" err="1"/>
              <a:t>LangFlow</a:t>
            </a:r>
            <a:r>
              <a:rPr lang="en-IN" dirty="0"/>
              <a:t> orchestrates the workflows between specialized AI agents, while </a:t>
            </a:r>
            <a:r>
              <a:rPr lang="en-IN" b="1" dirty="0"/>
              <a:t>IBM watsonx.ai</a:t>
            </a:r>
            <a:r>
              <a:rPr lang="en-IN" dirty="0"/>
              <a:t> provides scalable model deployment, embeddings, retrieval capabilities, and AI governance. </a:t>
            </a:r>
            <a:r>
              <a:rPr lang="en-IN" b="1" dirty="0"/>
              <a:t>Granite models</a:t>
            </a:r>
            <a:r>
              <a:rPr lang="en-IN" dirty="0"/>
              <a:t> power empathetic conversations, reasoning, summarization, risk assessment, and personalized mental health guidance.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Orchestrate 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4" name="Picture 3">
            <a:extLst>
              <a:ext uri="{FF2B5EF4-FFF2-40B4-BE49-F238E27FC236}">
                <a16:creationId xmlns:a16="http://schemas.microsoft.com/office/drawing/2014/main" id="{C9E1C546-BB1D-D89E-A1CF-5D8EFA3C5E04}"/>
              </a:ext>
            </a:extLst>
          </p:cNvPr>
          <p:cNvPicPr>
            <a:picLocks noChangeAspect="1"/>
          </p:cNvPicPr>
          <p:nvPr/>
        </p:nvPicPr>
        <p:blipFill>
          <a:blip r:embed="rId3"/>
          <a:stretch>
            <a:fillRect/>
          </a:stretch>
        </p:blipFill>
        <p:spPr>
          <a:xfrm>
            <a:off x="662912" y="995821"/>
            <a:ext cx="10492033" cy="495977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4B8BE564-07ED-5E4D-A85D-C78B8A391EE9}"/>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Document Uploaded Screenshot (If applicable)-</a:t>
            </a:r>
            <a:endParaRPr sz="2400" b="1" dirty="0">
              <a:sym typeface="Times New Roman"/>
            </a:endParaRPr>
          </a:p>
        </p:txBody>
      </p:sp>
      <p:pic>
        <p:nvPicPr>
          <p:cNvPr id="6" name="Picture 5" descr="A screenshot of a computer&#10;&#10;AI-generated content may be incorrect.">
            <a:extLst>
              <a:ext uri="{FF2B5EF4-FFF2-40B4-BE49-F238E27FC236}">
                <a16:creationId xmlns:a16="http://schemas.microsoft.com/office/drawing/2014/main" id="{A0D6461E-DA88-AFE8-EAFF-84E9A424BF26}"/>
              </a:ext>
            </a:extLst>
          </p:cNvPr>
          <p:cNvPicPr>
            <a:picLocks noChangeAspect="1"/>
          </p:cNvPicPr>
          <p:nvPr/>
        </p:nvPicPr>
        <p:blipFill>
          <a:blip r:embed="rId3"/>
          <a:stretch>
            <a:fillRect/>
          </a:stretch>
        </p:blipFill>
        <p:spPr>
          <a:xfrm>
            <a:off x="537741" y="1015076"/>
            <a:ext cx="11539779" cy="5489305"/>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sp>
        <p:nvSpPr>
          <p:cNvPr id="4" name="TextBox 3">
            <a:extLst>
              <a:ext uri="{FF2B5EF4-FFF2-40B4-BE49-F238E27FC236}">
                <a16:creationId xmlns:a16="http://schemas.microsoft.com/office/drawing/2014/main" id="{878DC055-9DE8-731B-4573-E65371EBEDCA}"/>
              </a:ext>
            </a:extLst>
          </p:cNvPr>
          <p:cNvSpPr txBox="1"/>
          <p:nvPr/>
        </p:nvSpPr>
        <p:spPr>
          <a:xfrm>
            <a:off x="1375037" y="1172400"/>
            <a:ext cx="84919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-Use</a:t>
            </a:r>
            <a:r>
              <a:rPr lang="en-US" sz="2000">
                <a:solidFill>
                  <a:srgbClr val="FF0000"/>
                </a:solidFill>
              </a:rPr>
              <a:t> different slides for multiple screenshots </a:t>
            </a:r>
            <a:endParaRPr lang="en-US"/>
          </a:p>
        </p:txBody>
      </p:sp>
      <p:pic>
        <p:nvPicPr>
          <p:cNvPr id="6" name="Picture 5">
            <a:extLst>
              <a:ext uri="{FF2B5EF4-FFF2-40B4-BE49-F238E27FC236}">
                <a16:creationId xmlns:a16="http://schemas.microsoft.com/office/drawing/2014/main" id="{5048E06E-6B65-BE38-807D-A434F9CE6978}"/>
              </a:ext>
            </a:extLst>
          </p:cNvPr>
          <p:cNvPicPr>
            <a:picLocks noChangeAspect="1"/>
          </p:cNvPicPr>
          <p:nvPr/>
        </p:nvPicPr>
        <p:blipFill>
          <a:blip r:embed="rId3"/>
          <a:stretch>
            <a:fillRect/>
          </a:stretch>
        </p:blipFill>
        <p:spPr>
          <a:xfrm>
            <a:off x="471340" y="929512"/>
            <a:ext cx="10855742" cy="5146723"/>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Other Applicable Screenshots: </a:t>
            </a:r>
            <a:endParaRPr lang="en-US"/>
          </a:p>
        </p:txBody>
      </p:sp>
      <p:sp>
        <p:nvSpPr>
          <p:cNvPr id="4" name="TextBox 3">
            <a:extLst>
              <a:ext uri="{FF2B5EF4-FFF2-40B4-BE49-F238E27FC236}">
                <a16:creationId xmlns:a16="http://schemas.microsoft.com/office/drawing/2014/main" id="{878DC055-9DE8-731B-4573-E65371EBEDCA}"/>
              </a:ext>
            </a:extLst>
          </p:cNvPr>
          <p:cNvSpPr txBox="1"/>
          <p:nvPr/>
        </p:nvSpPr>
        <p:spPr>
          <a:xfrm>
            <a:off x="1375037" y="1172400"/>
            <a:ext cx="761421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a:t>
            </a:r>
            <a:r>
              <a:rPr lang="en-US" sz="2000">
                <a:solidFill>
                  <a:srgbClr val="FF0000"/>
                </a:solidFill>
              </a:rPr>
              <a:t> Put multiple screenshots for multiple prompts and outputs </a:t>
            </a:r>
          </a:p>
          <a:p>
            <a:pPr marL="342900" indent="-342900">
              <a:buFont typeface="Calibri"/>
              <a:buChar char="-"/>
            </a:pPr>
            <a:r>
              <a:rPr lang="en-US" sz="2000">
                <a:solidFill>
                  <a:srgbClr val="FF0000"/>
                </a:solidFill>
              </a:rPr>
              <a:t>All the content screenshots should be clearly visible</a:t>
            </a:r>
            <a:endParaRPr lang="en-US" sz="2000" dirty="0">
              <a:solidFill>
                <a:srgbClr val="FF0000"/>
              </a:solidFill>
            </a:endParaRPr>
          </a:p>
        </p:txBody>
      </p:sp>
      <p:pic>
        <p:nvPicPr>
          <p:cNvPr id="5" name="Picture 4">
            <a:extLst>
              <a:ext uri="{FF2B5EF4-FFF2-40B4-BE49-F238E27FC236}">
                <a16:creationId xmlns:a16="http://schemas.microsoft.com/office/drawing/2014/main" id="{19AA8F7E-F1FF-6699-85B4-065C5E9AFA84}"/>
              </a:ext>
            </a:extLst>
          </p:cNvPr>
          <p:cNvPicPr>
            <a:picLocks noChangeAspect="1"/>
          </p:cNvPicPr>
          <p:nvPr/>
        </p:nvPicPr>
        <p:blipFill>
          <a:blip r:embed="rId3"/>
          <a:stretch>
            <a:fillRect/>
          </a:stretch>
        </p:blipFill>
        <p:spPr>
          <a:xfrm>
            <a:off x="207390" y="882674"/>
            <a:ext cx="11573303" cy="5442711"/>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sym typeface="Calibri"/>
              </a:rPr>
              <a:t>Orchestrate architecture blueprint</a:t>
            </a:r>
            <a:endParaRPr lang="en-US" sz="2400">
              <a:solidFill>
                <a:schemeClr val="dk1"/>
              </a:solidFill>
            </a:endParaRPr>
          </a:p>
        </p:txBody>
      </p:sp>
      <p:pic>
        <p:nvPicPr>
          <p:cNvPr id="5" name="Picture 4">
            <a:extLst>
              <a:ext uri="{FF2B5EF4-FFF2-40B4-BE49-F238E27FC236}">
                <a16:creationId xmlns:a16="http://schemas.microsoft.com/office/drawing/2014/main" id="{96EF906A-98AD-6EBC-463C-FDD50DD6E8B9}"/>
              </a:ext>
            </a:extLst>
          </p:cNvPr>
          <p:cNvPicPr>
            <a:picLocks noChangeAspect="1"/>
          </p:cNvPicPr>
          <p:nvPr/>
        </p:nvPicPr>
        <p:blipFill>
          <a:blip r:embed="rId3"/>
          <a:stretch>
            <a:fillRect/>
          </a:stretch>
        </p:blipFill>
        <p:spPr>
          <a:xfrm>
            <a:off x="1585470" y="771747"/>
            <a:ext cx="9021059" cy="60140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621792"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113122" y="1374882"/>
            <a:ext cx="8041252" cy="5262979"/>
          </a:xfrm>
          <a:prstGeom prst="rect">
            <a:avLst/>
          </a:prstGeom>
          <a:noFill/>
        </p:spPr>
        <p:txBody>
          <a:bodyPr wrap="square" rtlCol="0">
            <a:spAutoFit/>
          </a:bodyPr>
          <a:lstStyle/>
          <a:p>
            <a:r>
              <a:rPr lang="en-IN" b="1" dirty="0"/>
              <a:t>1. Continuous Mental Health Monitoring</a:t>
            </a:r>
          </a:p>
          <a:p>
            <a:r>
              <a:rPr lang="en-IN" dirty="0"/>
              <a:t>Tracks changes in user-reported mood, daily activities, sleep patterns, and other relevant indicators (with user consent). </a:t>
            </a:r>
          </a:p>
          <a:p>
            <a:r>
              <a:rPr lang="en-IN" dirty="0"/>
              <a:t>Detects trends that may indicate increasing stress, anxiety, depression, or emotional distress. </a:t>
            </a:r>
          </a:p>
          <a:p>
            <a:r>
              <a:rPr lang="en-IN" b="1" dirty="0"/>
              <a:t>2. Early Risk Identification</a:t>
            </a:r>
          </a:p>
          <a:p>
            <a:r>
              <a:rPr lang="en-IN" dirty="0" err="1"/>
              <a:t>Analyzes</a:t>
            </a:r>
            <a:r>
              <a:rPr lang="en-IN" dirty="0"/>
              <a:t> </a:t>
            </a:r>
            <a:r>
              <a:rPr lang="en-IN" dirty="0" err="1"/>
              <a:t>behavioral</a:t>
            </a:r>
            <a:r>
              <a:rPr lang="en-IN" dirty="0"/>
              <a:t> and emotional patterns to identify potential warning signs of mental health deterioration or suicide risk. </a:t>
            </a:r>
          </a:p>
          <a:p>
            <a:r>
              <a:rPr lang="en-IN" dirty="0"/>
              <a:t>Supports earlier recognition of concerning changes so users can be encouraged to seek help before a crisis develops. </a:t>
            </a:r>
          </a:p>
          <a:p>
            <a:r>
              <a:rPr lang="en-IN" b="1" dirty="0"/>
              <a:t>3. Personalized Emotional Support</a:t>
            </a:r>
          </a:p>
          <a:p>
            <a:r>
              <a:rPr lang="en-IN" dirty="0"/>
              <a:t>Provides individualized coping strategies, mindfulness exercises, stress-management techniques, and motivational guidance based on each user's needs and preferences. </a:t>
            </a:r>
          </a:p>
          <a:p>
            <a:r>
              <a:rPr lang="en-IN" dirty="0"/>
              <a:t>Adjusts recommendations as the user's situation changes over time. </a:t>
            </a:r>
          </a:p>
          <a:p>
            <a:r>
              <a:rPr lang="en-IN" b="1" dirty="0"/>
              <a:t>4. Proactive Engagement</a:t>
            </a:r>
          </a:p>
          <a:p>
            <a:r>
              <a:rPr lang="en-IN" dirty="0"/>
              <a:t>Initiates wellness check-ins when prolonged inactivity, negative mood patterns, or other concerning trends are detected. </a:t>
            </a:r>
          </a:p>
          <a:p>
            <a:r>
              <a:rPr lang="en-IN" dirty="0"/>
              <a:t>Encourages healthy habits such as regular sleep, exercise, journaling, and social connection.  </a:t>
            </a:r>
          </a:p>
          <a:p>
            <a:endParaRPr lang="en-IN" dirty="0"/>
          </a:p>
          <a:p>
            <a:r>
              <a:rPr lang="en-IN" dirty="0"/>
              <a:t>Agentic AI plays a central role by continuously monitoring well-being, identifying early warning signs, providing personalized support, promoting mental health awareness, and facilitating timely escalation to human care when needed. Its ability to act proactively while operating within ethical and safety constraints makes it a valuable tool for expanding access to mental health support and improving suicide prevention efforts.</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9083197" cy="3631763"/>
          </a:xfrm>
          <a:prstGeom prst="rect">
            <a:avLst/>
          </a:prstGeom>
          <a:noFill/>
        </p:spPr>
        <p:txBody>
          <a:bodyPr wrap="square" rtlCol="0">
            <a:spAutoFit/>
          </a:bodyPr>
          <a:lstStyle/>
          <a:p>
            <a:r>
              <a:rPr lang="en-IN" sz="1800" b="1" dirty="0"/>
              <a:t>1. Autonomous Decision-Making</a:t>
            </a:r>
          </a:p>
          <a:p>
            <a:r>
              <a:rPr lang="en-IN" sz="1800" dirty="0"/>
              <a:t>Unlike traditional chatbots that only respond to user queries, </a:t>
            </a:r>
            <a:r>
              <a:rPr lang="en-IN" sz="1800" b="1" dirty="0"/>
              <a:t>Agentic AI</a:t>
            </a:r>
            <a:r>
              <a:rPr lang="en-IN" sz="1800" dirty="0"/>
              <a:t> can proactively monitor emotional well-being, identify concerning patterns, and recommend appropriate actions without waiting for explicit requests.</a:t>
            </a:r>
          </a:p>
          <a:p>
            <a:r>
              <a:rPr lang="en-IN" sz="1800" b="1" dirty="0"/>
              <a:t>2. Proactive Suicide Risk Detection</a:t>
            </a:r>
          </a:p>
          <a:p>
            <a:r>
              <a:rPr lang="en-IN" sz="1800" dirty="0"/>
              <a:t>The system continuously </a:t>
            </a:r>
            <a:r>
              <a:rPr lang="en-IN" sz="1800" dirty="0" err="1"/>
              <a:t>analyzes</a:t>
            </a:r>
            <a:r>
              <a:rPr lang="en-IN" sz="1800" dirty="0"/>
              <a:t> </a:t>
            </a:r>
            <a:r>
              <a:rPr lang="en-IN" sz="1800" dirty="0" err="1"/>
              <a:t>behavioral</a:t>
            </a:r>
            <a:r>
              <a:rPr lang="en-IN" sz="1800" dirty="0"/>
              <a:t>, emotional, and contextual signals to identify potential suicide risk at an early stage, enabling timely interventions before a crisis escalates.</a:t>
            </a:r>
          </a:p>
          <a:p>
            <a:r>
              <a:rPr lang="en-IN" sz="1800" b="1" dirty="0"/>
              <a:t>3. Personalized Mental Health Assistance</a:t>
            </a:r>
          </a:p>
          <a:p>
            <a:r>
              <a:rPr lang="en-IN" sz="1800" dirty="0"/>
              <a:t>The AI adapts to each individual's emotional patterns, stress triggers, and preferences, delivering tailored coping strategies, wellness recommendations, and follow-up support instead of generic advice.</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https://github.com/sayalibansode/mental-health-Awareness-agent</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97963" y="1044263"/>
            <a:ext cx="11415859" cy="5639341"/>
          </a:xfrm>
          <a:prstGeom prst="rect">
            <a:avLst/>
          </a:prstGeom>
          <a:noFill/>
          <a:ln>
            <a:noFill/>
          </a:ln>
        </p:spPr>
        <p:txBody>
          <a:bodyPr spcFirstLastPara="1" wrap="square" lIns="0" tIns="0" rIns="0" bIns="0" anchor="t" anchorCtr="0">
            <a:noAutofit/>
          </a:bodyPr>
          <a:lstStyle/>
          <a:p>
            <a:r>
              <a:rPr lang="en-IN" sz="2000" b="1" dirty="0"/>
              <a:t> 1. Advanced Predictive Analytics</a:t>
            </a:r>
          </a:p>
          <a:p>
            <a:r>
              <a:rPr lang="en-IN" sz="2000" dirty="0"/>
              <a:t>Future Agentic AI systems can use advanced machine learning models to predict mental health deterioration and suicide risk with greater accuracy by </a:t>
            </a:r>
            <a:r>
              <a:rPr lang="en-IN" sz="2000" dirty="0" err="1"/>
              <a:t>analyzing</a:t>
            </a:r>
            <a:r>
              <a:rPr lang="en-IN" sz="2000" dirty="0"/>
              <a:t> long-term </a:t>
            </a:r>
            <a:r>
              <a:rPr lang="en-IN" sz="2000" dirty="0" err="1"/>
              <a:t>behavioral</a:t>
            </a:r>
            <a:r>
              <a:rPr lang="en-IN" sz="2000" dirty="0"/>
              <a:t> and emotional patterns. </a:t>
            </a:r>
          </a:p>
          <a:p>
            <a:r>
              <a:rPr lang="en-IN" sz="2000" b="1" dirty="0"/>
              <a:t> 2. Integration with Wearable Devices</a:t>
            </a:r>
          </a:p>
          <a:p>
            <a:r>
              <a:rPr lang="en-IN" sz="2000" dirty="0"/>
              <a:t>AI can integrate with smartwatches, fitness bands, and health sensors to monitor heart rate, sleep quality, stress levels, and physical activity for continuous mental health assessment. </a:t>
            </a:r>
          </a:p>
          <a:p>
            <a:r>
              <a:rPr lang="en-IN" sz="2000" b="1" dirty="0"/>
              <a:t> 3. Multimodal Emotion Recognition</a:t>
            </a:r>
          </a:p>
          <a:p>
            <a:r>
              <a:rPr lang="en-IN" sz="2000" dirty="0"/>
              <a:t>Future systems will combine text, speech, facial expressions (with consent), physiological signals, and </a:t>
            </a:r>
            <a:r>
              <a:rPr lang="en-IN" sz="2000" dirty="0" err="1"/>
              <a:t>behavioral</a:t>
            </a:r>
            <a:r>
              <a:rPr lang="en-IN" sz="2000" dirty="0"/>
              <a:t> data to better understand a user's emotional state and provide more personalized support. </a:t>
            </a:r>
          </a:p>
          <a:p>
            <a:r>
              <a:rPr lang="en-IN" sz="2000" b="1" dirty="0"/>
              <a:t> 4. Hyper-Personalized Mental Health Care</a:t>
            </a:r>
          </a:p>
          <a:p>
            <a:r>
              <a:rPr lang="en-IN" sz="2000" dirty="0"/>
              <a:t>Agentic AI will deliver customized therapy suggestions, coping techniques, wellness plans, and self-care activities based on each user's unique mental health profile. </a:t>
            </a:r>
          </a:p>
          <a:p>
            <a:r>
              <a:rPr lang="en-IN" sz="2000" b="1" dirty="0"/>
              <a:t> 5. 24/7 Intelligent Virtual Companion</a:t>
            </a:r>
          </a:p>
          <a:p>
            <a:r>
              <a:rPr lang="en-IN" sz="2000" dirty="0"/>
              <a:t>AI agents will provide continuous emotional support, daily wellness check-ins, reminders, and motivation, ensuring that help is available at any time.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4209B23D-007B-36CB-75AC-A6DBC352B206}"/>
              </a:ext>
            </a:extLst>
          </p:cNvPr>
          <p:cNvPicPr>
            <a:picLocks noChangeAspect="1"/>
          </p:cNvPicPr>
          <p:nvPr/>
        </p:nvPicPr>
        <p:blipFill>
          <a:blip r:embed="rId2"/>
          <a:stretch>
            <a:fillRect/>
          </a:stretch>
        </p:blipFill>
        <p:spPr>
          <a:xfrm>
            <a:off x="1672158" y="712928"/>
            <a:ext cx="8131245" cy="605080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11E56B42-E13B-62F7-6E30-2B2AD5783E8C}"/>
              </a:ext>
            </a:extLst>
          </p:cNvPr>
          <p:cNvPicPr>
            <a:picLocks noChangeAspect="1"/>
          </p:cNvPicPr>
          <p:nvPr/>
        </p:nvPicPr>
        <p:blipFill>
          <a:blip r:embed="rId2"/>
          <a:stretch>
            <a:fillRect/>
          </a:stretch>
        </p:blipFill>
        <p:spPr>
          <a:xfrm>
            <a:off x="1405531" y="903499"/>
            <a:ext cx="9020514" cy="552804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3070</TotalTime>
  <Words>1527</Words>
  <Application>Microsoft Office PowerPoint</Application>
  <PresentationFormat>Widescreen</PresentationFormat>
  <Paragraphs>129</Paragraphs>
  <Slides>18</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suraj kamble</cp:lastModifiedBy>
  <cp:revision>98</cp:revision>
  <dcterms:created xsi:type="dcterms:W3CDTF">2025-07-08T05:06:56Z</dcterms:created>
  <dcterms:modified xsi:type="dcterms:W3CDTF">2026-07-18T10:18:18Z</dcterms:modified>
</cp:coreProperties>
</file>